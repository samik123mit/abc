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2"/>
    <p:sldId id="262" r:id="rId13"/>
    <p:sldId id="263" r:id="rId14"/>
    <p:sldId id="264" r:id="rId15"/>
    <p:sldId id="265" r:id="rId16"/>
    <p:sldId id="266" r:id="rId17"/>
  </p:sldIdLst>
  <p:sldSz cy="10287000" cx="1828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1" roundtripDataSignature="AMtx7mi1OEMtuMi2TraVfKeQZ1Dn71tw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customschemas.google.com/relationships/presentationmetadata" Target="metadata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jp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83" descr="slide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89" descr="slide_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01" descr="slide_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113" descr="slide_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25" descr="slide_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