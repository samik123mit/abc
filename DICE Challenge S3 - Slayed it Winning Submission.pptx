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10287000" cx="1828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1" roundtripDataSignature="AMtx7mi1OEMtuMi2TraVfKeQZ1Dn71tw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customschemas.google.com/relationships/presentationmetadata" Target="metadata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jp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Relationship Id="rId7" Type="http://schemas.openxmlformats.org/officeDocument/2006/relationships/hyperlink" Target="https://support.google.com/youtube/answer/13376398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hyperlink" Target="https://support.google.com/youtube/answer/13376398" TargetMode="External"/><Relationship Id="rId8" Type="http://schemas.openxmlformats.org/officeDocument/2006/relationships/hyperlink" Target="https://affiliate-program.amazon.in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9.png"/><Relationship Id="rId7" Type="http://schemas.openxmlformats.org/officeDocument/2006/relationships/hyperlink" Target="https://github.com/Samik123Mit/ab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Samik123Mit/abc/blob/main/DICE_EVIDENCE_DATABASE.md" TargetMode="External"/><Relationship Id="rId4" Type="http://schemas.openxmlformats.org/officeDocument/2006/relationships/hyperlink" Target="https://www.meesho.com/beauty-products/pl/9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Samik123Mit/abc/blob/main/DICE_GATE1_AUDIT_WORKBOOK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support.google.com/youtube/answer/13376398" TargetMode="External"/><Relationship Id="rId4" Type="http://schemas.openxmlformats.org/officeDocument/2006/relationships/hyperlink" Target="https://affiliate-program.amazon.in/" TargetMode="External"/><Relationship Id="rId5" Type="http://schemas.openxmlformats.org/officeDocument/2006/relationships/hyperlink" Target="https://affiliate.nykaa.com/" TargetMode="External"/><Relationship Id="rId6" Type="http://schemas.openxmlformats.org/officeDocument/2006/relationships/hyperlink" Target="https://affiliate.flipkart.com/" TargetMode="External"/><Relationship Id="rId7" Type="http://schemas.openxmlformats.org/officeDocument/2006/relationships/hyperlink" Target="https://www.myntra.com/" TargetMode="External"/><Relationship Id="rId8" Type="http://schemas.openxmlformats.org/officeDocument/2006/relationships/hyperlink" Target="https://github.com/Samik123Mit/abc/blob/main/DICE_EVIDENCE_DATABASE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Samik123Mit/abc/blob/main/DICE_GATE1_AUDIT_WORKBOOK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Samik123Mit/abc/blob/main/DICE_MASTER_DOC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Samik123Mit/abc/blob/main/DICE_PRIMARY_RESEARCH_TRACKER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github.com/Samik123Mit/abc/blob/main/DICE_PRIMARY_RESEARCH_TRACKER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Samik123Mit/abc" TargetMode="External"/><Relationship Id="rId4" Type="http://schemas.openxmlformats.org/officeDocument/2006/relationships/hyperlink" Target="https://support.google.com/youtube/answer/13376398" TargetMode="External"/><Relationship Id="rId5" Type="http://schemas.openxmlformats.org/officeDocument/2006/relationships/hyperlink" Target="https://affiliate-program.amazon.in/" TargetMode="External"/><Relationship Id="rId6" Type="http://schemas.openxmlformats.org/officeDocument/2006/relationships/hyperlink" Target="https://affiliate.nykaa.com/" TargetMode="External"/><Relationship Id="rId7" Type="http://schemas.openxmlformats.org/officeDocument/2006/relationships/hyperlink" Target="https://affiliate.flipkart.com/" TargetMode="External"/><Relationship Id="rId8" Type="http://schemas.openxmlformats.org/officeDocument/2006/relationships/hyperlink" Target="https://www.myntra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 descr="slide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89" descr="slide_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91" name="Rectangle 90">
            <a:hlinkClick r:id="rId7"/>
          </p:cNvPr>
          <p:cNvSpPr/>
          <p:nvPr/>
        </p:nvSpPr>
        <p:spPr>
          <a:xfrm>
            <a:off x="411480" y="9601200"/>
            <a:ext cx="6400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01" descr="slide_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03" name="Rectangle 102">
            <a:hlinkClick r:id="rId7"/>
          </p:cNvPr>
          <p:cNvSpPr/>
          <p:nvPr/>
        </p:nvSpPr>
        <p:spPr>
          <a:xfrm>
            <a:off x="12893040" y="2423160"/>
            <a:ext cx="4297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>
            <a:hlinkClick r:id="rId8"/>
          </p:cNvPr>
          <p:cNvSpPr/>
          <p:nvPr/>
        </p:nvSpPr>
        <p:spPr>
          <a:xfrm>
            <a:off x="12893040" y="7543800"/>
            <a:ext cx="42976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113" descr="slide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5" name="Rectangle 114">
            <a:hlinkClick r:id="rId7"/>
          </p:cNvPr>
          <p:cNvSpPr/>
          <p:nvPr/>
        </p:nvSpPr>
        <p:spPr>
          <a:xfrm>
            <a:off x="411480" y="9601200"/>
            <a:ext cx="73152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slide_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9144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11480" y="3749039"/>
            <a:ext cx="114300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9144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2423160"/>
            <a:ext cx="3657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11480" y="3172968"/>
            <a:ext cx="3657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411480" y="3922776"/>
            <a:ext cx="3657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411480" y="4672584"/>
            <a:ext cx="3657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411480" y="5422392"/>
            <a:ext cx="3657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411480" y="9601200"/>
            <a:ext cx="73152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73152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73152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73152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73152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17373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11750040" y="6885432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4"/>
          </p:cNvPr>
          <p:cNvSpPr/>
          <p:nvPr/>
        </p:nvSpPr>
        <p:spPr>
          <a:xfrm>
            <a:off x="14785848" y="6885432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11750040" y="7534656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6"/>
          </p:cNvPr>
          <p:cNvSpPr/>
          <p:nvPr/>
        </p:nvSpPr>
        <p:spPr>
          <a:xfrm>
            <a:off x="14785848" y="7534656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7"/>
          </p:cNvPr>
          <p:cNvSpPr/>
          <p:nvPr/>
        </p:nvSpPr>
        <p:spPr>
          <a:xfrm>
            <a:off x="11750040" y="8183879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8"/>
          </p:cNvPr>
          <p:cNvSpPr/>
          <p:nvPr/>
        </p:nvSpPr>
        <p:spPr>
          <a:xfrm>
            <a:off x="14785848" y="8183879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