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y="10287000" cx="18288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11" roundtripDataSignature="AMtx7mi1OEMtuMi2TraVfKeQZ1Dn71twL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customschemas.google.com/relationships/presentationmetadata" Target="metadata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8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8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9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0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0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1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11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2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12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12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12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4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4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5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5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5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6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7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7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6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Relationship Id="rId4" Type="http://schemas.openxmlformats.org/officeDocument/2006/relationships/image" Target="../media/image1.jpg"/><Relationship Id="rId5" Type="http://schemas.openxmlformats.org/officeDocument/2006/relationships/image" Target="../media/image6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7.png"/><Relationship Id="rId7" Type="http://schemas.openxmlformats.org/officeDocument/2006/relationships/hyperlink" Target="https://support.google.com/youtube/answer/13376398" TargetMode="Externa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8.png"/><Relationship Id="rId7" Type="http://schemas.openxmlformats.org/officeDocument/2006/relationships/hyperlink" Target="https://support.google.com/youtube/answer/13376398" TargetMode="External"/><Relationship Id="rId8" Type="http://schemas.openxmlformats.org/officeDocument/2006/relationships/hyperlink" Target="https://affiliate-program.amazon.in/" TargetMode="Externa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9.png"/><Relationship Id="rId7" Type="http://schemas.openxmlformats.org/officeDocument/2006/relationships/hyperlink" Target="https://github.com/Samik123Mit/abc" TargetMode="External"/><Relationship Id="rId8" Type="http://schemas.openxmlformats.org/officeDocument/2006/relationships/hyperlink" Target="https://samik123mit.github.io/Slayed-it/" TargetMode="Externa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10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hyperlink" Target="https://github.com/Samik123Mit/abc/blob/main/DICE_EVIDENCE_DATABASE.md" TargetMode="External"/><Relationship Id="rId4" Type="http://schemas.openxmlformats.org/officeDocument/2006/relationships/hyperlink" Target="https://www.meesho.com/beauty-products/pl/9on" TargetMode="Externa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hyperlink" Target="https://github.com/Samik123Mit/abc/blob/main/DICE_GATE1_AUDIT_WORKBOOK.md" TargetMode="Externa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hyperlink" Target="https://support.google.com/youtube/answer/13376398" TargetMode="External"/><Relationship Id="rId4" Type="http://schemas.openxmlformats.org/officeDocument/2006/relationships/hyperlink" Target="https://affiliate-program.amazon.in/" TargetMode="External"/><Relationship Id="rId5" Type="http://schemas.openxmlformats.org/officeDocument/2006/relationships/hyperlink" Target="https://affiliate.nykaa.com/" TargetMode="External"/><Relationship Id="rId6" Type="http://schemas.openxmlformats.org/officeDocument/2006/relationships/hyperlink" Target="https://affiliate.flipkart.com/" TargetMode="External"/><Relationship Id="rId7" Type="http://schemas.openxmlformats.org/officeDocument/2006/relationships/hyperlink" Target="https://www.myntra.com/" TargetMode="External"/><Relationship Id="rId8" Type="http://schemas.openxmlformats.org/officeDocument/2006/relationships/hyperlink" Target="https://github.com/Samik123Mit/abc/blob/main/DICE_EVIDENCE_DATABASE.md" TargetMode="Externa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hyperlink" Target="https://github.com/Samik123Mit/abc/blob/main/DICE_GATE1_AUDIT_WORKBOOK.md" TargetMode="Externa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hyperlink" Target="https://github.com/Samik123Mit/abc/blob/main/DICE_MASTER_DOC.md" TargetMode="Externa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hyperlink" Target="https://github.com/Samik123Mit/abc/blob/main/DICE_PRIMARY_RESEARCH_TRACKER.md" TargetMode="Externa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hyperlink" Target="https://github.com/Samik123Mit/abc/blob/main/DICE_PRIMARY_RESEARCH_TRACKER.md" TargetMode="Externa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Relationship Id="rId3" Type="http://schemas.openxmlformats.org/officeDocument/2006/relationships/hyperlink" Target="https://github.com/Samik123Mit/abc" TargetMode="External"/><Relationship Id="rId4" Type="http://schemas.openxmlformats.org/officeDocument/2006/relationships/hyperlink" Target="https://samik123mit.github.io/Slayed-it/" TargetMode="External"/><Relationship Id="rId5" Type="http://schemas.openxmlformats.org/officeDocument/2006/relationships/hyperlink" Target="https://github.com/Samik123Mit/Slayed-it" TargetMode="External"/><Relationship Id="rId6" Type="http://schemas.openxmlformats.org/officeDocument/2006/relationships/hyperlink" Target="https://drive.google.com/drive/folders/1G0R-wYdUQVaQYODfuxXvG6kIceHaBhwK?usp=sharing" TargetMode="External"/><Relationship Id="rId7" Type="http://schemas.openxmlformats.org/officeDocument/2006/relationships/hyperlink" Target="https://github.com/Samik123Mit/Slayed-it/blob/main/DICE_MASTER_DOC.md" TargetMode="External"/><Relationship Id="rId8" Type="http://schemas.openxmlformats.org/officeDocument/2006/relationships/hyperlink" Target="https://github.com/Samik123Mit/abc/blob/main/DICE_EVIDENCE_DATABASE.md" TargetMode="External"/><Relationship Id="rId9" Type="http://schemas.openxmlformats.org/officeDocument/2006/relationships/hyperlink" Target="https://support.google.com/youtube/answer/13376398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Picture 83" descr="slide_0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Picture 89" descr="slide_02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91" name="Rectangle 90">
            <a:hlinkClick r:id="rId7"/>
          </p:cNvPr>
          <p:cNvSpPr/>
          <p:nvPr/>
        </p:nvSpPr>
        <p:spPr>
          <a:xfrm>
            <a:off x="411480" y="9601200"/>
            <a:ext cx="640080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" name="Picture 101" descr="slide_03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103" name="Rectangle 102">
            <a:hlinkClick r:id="rId7"/>
          </p:cNvPr>
          <p:cNvSpPr/>
          <p:nvPr/>
        </p:nvSpPr>
        <p:spPr>
          <a:xfrm>
            <a:off x="12893040" y="2423160"/>
            <a:ext cx="429768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>
            <a:hlinkClick r:id="rId8"/>
          </p:cNvPr>
          <p:cNvSpPr/>
          <p:nvPr/>
        </p:nvSpPr>
        <p:spPr>
          <a:xfrm>
            <a:off x="12893040" y="7543800"/>
            <a:ext cx="4297680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4" name="Picture 113" descr="slide_0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115" name="Rectangle 114">
            <a:hlinkClick r:id="rId7"/>
          </p:cNvPr>
          <p:cNvSpPr/>
          <p:nvPr/>
        </p:nvSpPr>
        <p:spPr>
          <a:xfrm>
            <a:off x="411480" y="9601200"/>
            <a:ext cx="731520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Rectangle 115">
            <a:hlinkClick r:id="rId8"/>
          </p:cNvPr>
          <p:cNvSpPr/>
          <p:nvPr/>
        </p:nvSpPr>
        <p:spPr>
          <a:xfrm>
            <a:off x="13898880" y="8915400"/>
            <a:ext cx="384048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6" name="Picture 125" descr="slide_05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Rectangle 2">
            <a:hlinkClick r:id="rId3"/>
          </p:cNvPr>
          <p:cNvSpPr/>
          <p:nvPr/>
        </p:nvSpPr>
        <p:spPr>
          <a:xfrm>
            <a:off x="411480" y="9601200"/>
            <a:ext cx="914400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>
            <a:hlinkClick r:id="rId4"/>
          </p:cNvPr>
          <p:cNvSpPr/>
          <p:nvPr/>
        </p:nvSpPr>
        <p:spPr>
          <a:xfrm>
            <a:off x="411480" y="3749039"/>
            <a:ext cx="11430000" cy="685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Rectangle 2">
            <a:hlinkClick r:id="rId3"/>
          </p:cNvPr>
          <p:cNvSpPr/>
          <p:nvPr/>
        </p:nvSpPr>
        <p:spPr>
          <a:xfrm>
            <a:off x="411480" y="9601200"/>
            <a:ext cx="914400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Rectangle 2">
            <a:hlinkClick r:id="rId3"/>
          </p:cNvPr>
          <p:cNvSpPr/>
          <p:nvPr/>
        </p:nvSpPr>
        <p:spPr>
          <a:xfrm>
            <a:off x="411480" y="2423160"/>
            <a:ext cx="3657600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>
            <a:hlinkClick r:id="rId4"/>
          </p:cNvPr>
          <p:cNvSpPr/>
          <p:nvPr/>
        </p:nvSpPr>
        <p:spPr>
          <a:xfrm>
            <a:off x="411480" y="3172968"/>
            <a:ext cx="3657600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>
            <a:hlinkClick r:id="rId5"/>
          </p:cNvPr>
          <p:cNvSpPr/>
          <p:nvPr/>
        </p:nvSpPr>
        <p:spPr>
          <a:xfrm>
            <a:off x="411480" y="3922776"/>
            <a:ext cx="3657600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>
            <a:hlinkClick r:id="rId6"/>
          </p:cNvPr>
          <p:cNvSpPr/>
          <p:nvPr/>
        </p:nvSpPr>
        <p:spPr>
          <a:xfrm>
            <a:off x="411480" y="4672584"/>
            <a:ext cx="3657600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>
            <a:hlinkClick r:id="rId7"/>
          </p:cNvPr>
          <p:cNvSpPr/>
          <p:nvPr/>
        </p:nvSpPr>
        <p:spPr>
          <a:xfrm>
            <a:off x="411480" y="5422392"/>
            <a:ext cx="3657600" cy="71323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>
            <a:hlinkClick r:id="rId8"/>
          </p:cNvPr>
          <p:cNvSpPr/>
          <p:nvPr/>
        </p:nvSpPr>
        <p:spPr>
          <a:xfrm>
            <a:off x="411480" y="9601200"/>
            <a:ext cx="731520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Rectangle 2">
            <a:hlinkClick r:id="rId3"/>
          </p:cNvPr>
          <p:cNvSpPr/>
          <p:nvPr/>
        </p:nvSpPr>
        <p:spPr>
          <a:xfrm>
            <a:off x="411480" y="9601200"/>
            <a:ext cx="731520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Rectangle 2">
            <a:hlinkClick r:id="rId3"/>
          </p:cNvPr>
          <p:cNvSpPr/>
          <p:nvPr/>
        </p:nvSpPr>
        <p:spPr>
          <a:xfrm>
            <a:off x="411480" y="9601200"/>
            <a:ext cx="731520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Rectangle 2">
            <a:hlinkClick r:id="rId3"/>
          </p:cNvPr>
          <p:cNvSpPr/>
          <p:nvPr/>
        </p:nvSpPr>
        <p:spPr>
          <a:xfrm>
            <a:off x="411480" y="9601200"/>
            <a:ext cx="731520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Rectangle 2">
            <a:hlinkClick r:id="rId3"/>
          </p:cNvPr>
          <p:cNvSpPr/>
          <p:nvPr/>
        </p:nvSpPr>
        <p:spPr>
          <a:xfrm>
            <a:off x="411480" y="9601200"/>
            <a:ext cx="731520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Rectangle 2">
            <a:hlinkClick r:id="rId3"/>
          </p:cNvPr>
          <p:cNvSpPr/>
          <p:nvPr/>
        </p:nvSpPr>
        <p:spPr>
          <a:xfrm>
            <a:off x="411480" y="9601200"/>
            <a:ext cx="1737360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>
            <a:hlinkClick r:id="rId4"/>
          </p:cNvPr>
          <p:cNvSpPr/>
          <p:nvPr/>
        </p:nvSpPr>
        <p:spPr>
          <a:xfrm>
            <a:off x="11320272" y="2057400"/>
            <a:ext cx="3127248" cy="822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>
            <a:hlinkClick r:id="rId5"/>
          </p:cNvPr>
          <p:cNvSpPr/>
          <p:nvPr/>
        </p:nvSpPr>
        <p:spPr>
          <a:xfrm>
            <a:off x="14648688" y="2057400"/>
            <a:ext cx="3127248" cy="822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>
            <a:hlinkClick r:id="rId6"/>
          </p:cNvPr>
          <p:cNvSpPr/>
          <p:nvPr/>
        </p:nvSpPr>
        <p:spPr>
          <a:xfrm>
            <a:off x="11320272" y="3026664"/>
            <a:ext cx="3127248" cy="822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>
            <a:hlinkClick r:id="rId7"/>
          </p:cNvPr>
          <p:cNvSpPr/>
          <p:nvPr/>
        </p:nvSpPr>
        <p:spPr>
          <a:xfrm>
            <a:off x="14648688" y="3026664"/>
            <a:ext cx="3127248" cy="822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>
            <a:hlinkClick r:id="rId8"/>
          </p:cNvPr>
          <p:cNvSpPr/>
          <p:nvPr/>
        </p:nvSpPr>
        <p:spPr>
          <a:xfrm>
            <a:off x="11320272" y="4005072"/>
            <a:ext cx="3127248" cy="822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>
            <a:hlinkClick r:id="rId9"/>
          </p:cNvPr>
          <p:cNvSpPr/>
          <p:nvPr/>
        </p:nvSpPr>
        <p:spPr>
          <a:xfrm>
            <a:off x="14648688" y="4005072"/>
            <a:ext cx="3127248" cy="822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</cp:coreProperties>
</file>