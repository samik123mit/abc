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10287000" cx="1828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1" roundtripDataSignature="AMtx7mi1OEMtuMi2TraVfKeQZ1Dn71tw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customschemas.google.com/relationships/presentationmetadata" Target="metadata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jp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hyperlink" Target="https://www.youtube.com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hyperlink" Target="https://support.google.com/youtube/answer/13376398" TargetMode="External"/><Relationship Id="rId8" Type="http://schemas.openxmlformats.org/officeDocument/2006/relationships/hyperlink" Target="https://affiliate-program.amazon.in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hyperlink" Target="https://www.nykaa.com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affiliate-program.amazon.in/" TargetMode="External"/><Relationship Id="rId4" Type="http://schemas.openxmlformats.org/officeDocument/2006/relationships/hyperlink" Target="https://affiliate.nykaa.com/" TargetMode="External"/><Relationship Id="rId5" Type="http://schemas.openxmlformats.org/officeDocument/2006/relationships/hyperlink" Target="https://affiliate.flipkart.com/" TargetMode="External"/><Relationship Id="rId6" Type="http://schemas.openxmlformats.org/officeDocument/2006/relationships/hyperlink" Target="https://www.myntra.com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github.com/Samik123Mit/abc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 descr="slide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 descr="slide_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91" name="Rectangle 90">
            <a:hlinkClick r:id="rId7"/>
          </p:cNvPr>
          <p:cNvSpPr/>
          <p:nvPr/>
        </p:nvSpPr>
        <p:spPr>
          <a:xfrm>
            <a:off x="411480" y="9601200"/>
            <a:ext cx="6400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01" descr="slide_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03" name="Rectangle 102">
            <a:hlinkClick r:id="rId7"/>
          </p:cNvPr>
          <p:cNvSpPr/>
          <p:nvPr/>
        </p:nvSpPr>
        <p:spPr>
          <a:xfrm>
            <a:off x="12893040" y="2423160"/>
            <a:ext cx="4297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>
            <a:hlinkClick r:id="rId8"/>
          </p:cNvPr>
          <p:cNvSpPr/>
          <p:nvPr/>
        </p:nvSpPr>
        <p:spPr>
          <a:xfrm>
            <a:off x="12893040" y="7543800"/>
            <a:ext cx="42976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113" descr="slide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5" name="Rectangle 114">
            <a:hlinkClick r:id="rId7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slide_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2468880"/>
            <a:ext cx="17373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11480" y="3246120"/>
            <a:ext cx="17373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411480" y="4023360"/>
            <a:ext cx="17373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411480" y="4800600"/>
            <a:ext cx="17373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17373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