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A1E51-4949-4BE4-86F8-979604FE0FF5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16A53-D9C6-43AA-8B4D-E9F888DD0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220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2490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4EB38-6F6C-442E-B2C1-8BD32F1E5F6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5D51-C80A-412F-BB11-D818331D5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3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4EB38-6F6C-442E-B2C1-8BD32F1E5F6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5D51-C80A-412F-BB11-D818331D5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2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4EB38-6F6C-442E-B2C1-8BD32F1E5F6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5D51-C80A-412F-BB11-D818331D5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9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4EB38-6F6C-442E-B2C1-8BD32F1E5F6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5D51-C80A-412F-BB11-D818331D5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0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4EB38-6F6C-442E-B2C1-8BD32F1E5F6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5D51-C80A-412F-BB11-D818331D5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63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4EB38-6F6C-442E-B2C1-8BD32F1E5F6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5D51-C80A-412F-BB11-D818331D5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4EB38-6F6C-442E-B2C1-8BD32F1E5F6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5D51-C80A-412F-BB11-D818331D5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8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4EB38-6F6C-442E-B2C1-8BD32F1E5F6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5D51-C80A-412F-BB11-D818331D5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4EB38-6F6C-442E-B2C1-8BD32F1E5F6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5D51-C80A-412F-BB11-D818331D5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15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4EB38-6F6C-442E-B2C1-8BD32F1E5F6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5D51-C80A-412F-BB11-D818331D5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46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4EB38-6F6C-442E-B2C1-8BD32F1E5F6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5D51-C80A-412F-BB11-D818331D5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8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4EB38-6F6C-442E-B2C1-8BD32F1E5F6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D5D51-C80A-412F-BB11-D818331D5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37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youtube.com/watch?v=x3wHV8r696s" TargetMode="External"/><Relationship Id="rId18" Type="http://schemas.openxmlformats.org/officeDocument/2006/relationships/hyperlink" Target="https://affiliate-program.amazon.in/" TargetMode="External"/><Relationship Id="rId26" Type="http://schemas.openxmlformats.org/officeDocument/2006/relationships/hyperlink" Target="https://affiliate.flipkart.com/commissions" TargetMode="External"/><Relationship Id="rId39" Type="http://schemas.openxmlformats.org/officeDocument/2006/relationships/image" Target="../media/image13.png"/><Relationship Id="rId21" Type="http://schemas.openxmlformats.org/officeDocument/2006/relationships/hyperlink" Target="https://www.flipkart.com/pages/affiliate-policy" TargetMode="External"/><Relationship Id="rId34" Type="http://schemas.openxmlformats.org/officeDocument/2006/relationships/hyperlink" Target="https://www.affiversemedia.com/the-temu-affiliate-program-a-complete-deep-dive/" TargetMode="External"/><Relationship Id="rId7" Type="http://schemas.openxmlformats.org/officeDocument/2006/relationships/hyperlink" Target="https://bwretailworld.com/sector/e-commerce-marketplaces/meesho-unveils-one-of-indias-largest-creator-marketplaces" TargetMode="External"/><Relationship Id="rId12" Type="http://schemas.openxmlformats.org/officeDocument/2006/relationships/hyperlink" Target="https://supplier.meesho.com/star" TargetMode="External"/><Relationship Id="rId17" Type="http://schemas.openxmlformats.org/officeDocument/2006/relationships/hyperlink" Target="https://wareiq.com/resources/blogs/meesho-seller/" TargetMode="External"/><Relationship Id="rId25" Type="http://schemas.openxmlformats.org/officeDocument/2006/relationships/hyperlink" Target="https://www.shopify.com/blog/amazon-affiliate-marketing" TargetMode="External"/><Relationship Id="rId33" Type="http://schemas.openxmlformats.org/officeDocument/2006/relationships/hyperlink" Target="https://www.jogg.ai/blog/how-to-join-temu-influencer-program/" TargetMode="External"/><Relationship Id="rId38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supplier.meesho.com/grow-your-business" TargetMode="External"/><Relationship Id="rId20" Type="http://schemas.openxmlformats.org/officeDocument/2006/relationships/hyperlink" Target="https://affiliate.flipkart.com/" TargetMode="External"/><Relationship Id="rId29" Type="http://schemas.openxmlformats.org/officeDocument/2006/relationships/hyperlink" Target="https://www.amritsardigitalacademy.in/case-studies/meesho-case-study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outlookbusiness.com/corporate/meesho-launches-content-commerce-platform-creator-club" TargetMode="External"/><Relationship Id="rId11" Type="http://schemas.openxmlformats.org/officeDocument/2006/relationships/hyperlink" Target="https://thedmschool.com/meesho-affiliate-program/" TargetMode="External"/><Relationship Id="rId24" Type="http://schemas.openxmlformats.org/officeDocument/2006/relationships/hyperlink" Target="https://sociocreator.com/blogs/how-to-become-a-myntra-style-squad-member/" TargetMode="External"/><Relationship Id="rId32" Type="http://schemas.openxmlformats.org/officeDocument/2006/relationships/hyperlink" Target="https://www.sheingroup.com/creators/" TargetMode="External"/><Relationship Id="rId37" Type="http://schemas.openxmlformats.org/officeDocument/2006/relationships/hyperlink" Target="https://ads.alibaba.com/" TargetMode="External"/><Relationship Id="rId5" Type="http://schemas.openxmlformats.org/officeDocument/2006/relationships/hyperlink" Target="https://entrackr.com/snippets/meesho-launches-creator-marketplace-to-pump-influencer-driven-sales-8736217" TargetMode="External"/><Relationship Id="rId15" Type="http://schemas.openxmlformats.org/officeDocument/2006/relationships/hyperlink" Target="https://www.buzzincontent.com/news/meesho-collaborates-with-21000-influencers-through-its-creator-marketplace-8736125" TargetMode="External"/><Relationship Id="rId23" Type="http://schemas.openxmlformats.org/officeDocument/2006/relationships/hyperlink" Target="https://www.haulpack.com/blog/myntra-influencer-affiliate-program/" TargetMode="External"/><Relationship Id="rId28" Type="http://schemas.openxmlformats.org/officeDocument/2006/relationships/hyperlink" Target="https://www.reddit.com/r/InstaCelebsGossip/comments/16ztd60/content_creators_with_only_meesho_hauls_as_content/" TargetMode="External"/><Relationship Id="rId36" Type="http://schemas.openxmlformats.org/officeDocument/2006/relationships/hyperlink" Target="https://seller.alibaba.com/businessblogs/affiliate-marketing-what-it-is-and-how-to-get-started-px002a741" TargetMode="External"/><Relationship Id="rId10" Type="http://schemas.openxmlformats.org/officeDocument/2006/relationships/hyperlink" Target="https://www.cuelinks.com/blog/meesho-affiliate-program-a-complete-guide-from-registering-to-earning-commissions-online/" TargetMode="External"/><Relationship Id="rId19" Type="http://schemas.openxmlformats.org/officeDocument/2006/relationships/hyperlink" Target="https://affiliate-program.amazon.in/influencers" TargetMode="External"/><Relationship Id="rId31" Type="http://schemas.openxmlformats.org/officeDocument/2006/relationships/hyperlink" Target="https://www.creator-hero.com/blog/shein-affiliate-program-in-depth-review-pros-and-cons" TargetMode="External"/><Relationship Id="rId4" Type="http://schemas.openxmlformats.org/officeDocument/2006/relationships/hyperlink" Target="https://www.indianretailer.com/news/meesho-launches-creator-club-boost-content-commerce-growth" TargetMode="External"/><Relationship Id="rId9" Type="http://schemas.openxmlformats.org/officeDocument/2006/relationships/hyperlink" Target="https://octaadsmedia.com/our-blog/meesho-affiliate-program-get-started-today/" TargetMode="External"/><Relationship Id="rId14" Type="http://schemas.openxmlformats.org/officeDocument/2006/relationships/hyperlink" Target="https://indianstartupnews.com/news/meesho-launches-creator-marketplace-to-accelerate-influencer-driven-sales-8740610" TargetMode="External"/><Relationship Id="rId22" Type="http://schemas.openxmlformats.org/officeDocument/2006/relationships/hyperlink" Target="https://www.cuelinks.com/campaigns/flipkart-affiliate-program" TargetMode="External"/><Relationship Id="rId27" Type="http://schemas.openxmlformats.org/officeDocument/2006/relationships/hyperlink" Target="https://www.cuelinks.com/campaigns/myntra-affiliate-program" TargetMode="External"/><Relationship Id="rId30" Type="http://schemas.openxmlformats.org/officeDocument/2006/relationships/hyperlink" Target="https://www.iwriter.com/affiliate-programs/shein/" TargetMode="External"/><Relationship Id="rId35" Type="http://schemas.openxmlformats.org/officeDocument/2006/relationships/hyperlink" Target="https://www.postaffiliatepro.com/affiliate-program-directory/alibaba-affiliate-program/" TargetMode="External"/><Relationship Id="rId8" Type="http://schemas.openxmlformats.org/officeDocument/2006/relationships/hyperlink" Target="https://www.haulpack.com/blog/meesho-affiliate-marketing-earnings-for-influencers/" TargetMode="External"/><Relationship Id="rId3" Type="http://schemas.openxmlformats.org/officeDocument/2006/relationships/hyperlink" Target="https://money.rediff.com/news/market/meesho-launches-creator-club-content-commerce-platform/2245242025021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88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12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53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58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099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87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802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304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3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50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51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79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493" y="427018"/>
            <a:ext cx="11559015" cy="665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80"/>
              </a:lnSpc>
              <a:spcBef>
                <a:spcPct val="0"/>
              </a:spcBef>
            </a:pPr>
            <a:endParaRPr sz="1200" dirty="0"/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https://www.newsonair.gov.in/govt-announces-1-billion-dollar-fund-for-creators-economy-ahead-of-waves-2025/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https://www.moneycontrol.com/news/trends/decoding-creator-economy-45-lakh-strong-just-6-lakh-monetise-reels-and-shorts-drive-earnings-13240529.html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https://www.newindianexpress.com/magazine/2024/Apr/20/from-village-to-viral-indias-heartland-influencers-reshape-social-media-landscape-2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https://economictimes.indiatimes.com/industry/media/entertainment/media/creator-economy-is-worth-a-billion-bucks-still-growing/articleshow/120833671.cms?from=mdr 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Launches Creator Club: Content Commerce Platform - Rediff Money,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3" tooltip="https://money.rediff.com/news/market/meesho-launches-creator-club-content-commerce-platform/22452420250219"/>
              </a:rPr>
              <a:t>https://money.rediff.com/news/market/meesho-launches-creator-club-content-commerce-platform/22452420250219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Launches Creator Club to Boost Content Commerce Growth - Indian Retailer,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4" tooltip="https://www.indianretailer.com/news/meesho-launches-creator-club-boost-content-commerce-growth"/>
              </a:rPr>
              <a:t>https://www.indianretailer.com/news/meesho-launches-creator-club-boost-content-commerce-growth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launches creator marketplace to pump influencer-driven sales,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5" tooltip="https://entrackr.com/snippets/meesho-launches-creator-marketplace-to-pump-influencer-driven-sales-8736217"/>
              </a:rPr>
              <a:t>https://entrackr.com/snippets/meesho-launches-creator-marketplace-to-pump-influencer-driven-sales-8736217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Launches Content Commerce Platform Creator Club - Outlook Business,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6" tooltip="https://www.outlookbusiness.com/corporate/meesho-launches-content-commerce-platform-creator-club"/>
              </a:rPr>
              <a:t>https://www.outlookbusiness.com/corporate/meesho-launches-content-commerce-platform-creator-club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Unveils One Of India's Largest Creator Marketplaces - BW ...,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7" tooltip="https://bwretailworld.com/sector/e-commerce-marketplaces/meesho-unveils-one-of-indias-largest-creator-marketplaces"/>
              </a:rPr>
              <a:t>https://bwretailworld.com/sector/e-commerce-marketplaces/meesho-unveils-one-of-indias-largest-creator-marketplaces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How to Start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Influencer Program Make Money in 2025 -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HaulPack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8" tooltip="https://www.haulpack.com/blog/meesho-affiliate-marketing-earnings-for-influencers/"/>
              </a:rPr>
              <a:t>https://www.haulpack.com/blog/meesho-affiliate-marketing-earnings-for-influencers/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Affiliate Program – Get Started Today -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Octaads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Media,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9" tooltip="https://octaadsmedia.com/our-blog/meesho-affiliate-program-get-started-today/"/>
              </a:rPr>
              <a:t>https://octaadsmedia.com/our-blog/meesho-affiliate-program-get-started-today/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Affiliate Program: Registering to Earning Commissions Online -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Cuelinks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10" tooltip="https://www.cuelinks.com/blog/meesho-affiliate-program-a-complete-guide-from-registering-to-earning-commissions-online/"/>
              </a:rPr>
              <a:t>https://www.cuelinks.com/blog/meesho-affiliate-program-a-complete-guide-from-registering-to-earning-commissions-online/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Affiliate Program India Guide (2025 Update) - The DM School,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11" tooltip="https://thedmschool.com/meesho-affiliate-program/"/>
              </a:rPr>
              <a:t>https://thedmschool.com/meesho-affiliate-program/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Star Program: Onboard New Sellers with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12" tooltip="https://supplier.meesho.com/star"/>
              </a:rPr>
              <a:t>https://supplier.meesho.com/star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Earn Monthly With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Affiliate Program Using WISHLINK app ...,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13" tooltip="https://www.youtube.com/watch?v=x3wHV8r696s"/>
              </a:rPr>
              <a:t>https://www.youtube.com/watch?v=x3wHV8r696s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launches creator marketplace to accelerate influencer ...,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14" tooltip="https://indianstartupnews.com/news/meesho-launches-creator-marketplace-to-accelerate-influencer-driven-sales-8740610"/>
              </a:rPr>
              <a:t>https://indianstartupnews.com/news/meesho-launches-creator-marketplace-to-accelerate-influencer-driven-sales-8740610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collaborates with 21,000 influencers through its creator marketplace,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15" tooltip="https://www.buzzincontent.com/news/meesho-collaborates-with-21000-influencers-through-its-creator-marketplace-8736125"/>
              </a:rPr>
              <a:t>https://www.buzzincontent.com/news/meesho-collaborates-with-21000-influencers-through-its-creator-marketplace-8736125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Grow Your Business with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Ads &amp; Seller Tools,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16" tooltip="https://supplier.meesho.com/grow-your-business"/>
              </a:rPr>
              <a:t>https://supplier.meesho.com/grow-your-business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Seller Panel: A Complete Guide for New Suppliers -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WareIQ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17" tooltip="https://wareiq.com/resources/blogs/meesho-seller/"/>
              </a:rPr>
              <a:t>https://wareiq.com/resources/blogs/meesho-seller/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Amazon.in Associates Central,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18" tooltip="https://affiliate-program.amazon.in"/>
              </a:rPr>
              <a:t>https://affiliate-program.amazon.in/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Sign Up for the Amazon Influencer Program,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19" tooltip="https://affiliate-program.amazon.in/influencers"/>
              </a:rPr>
              <a:t>https://affiliate-program.amazon.in/influencers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Flipkart Affiliate Program,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20" tooltip="https://affiliate.flipkart.com"/>
              </a:rPr>
              <a:t>https://affiliate.flipkart.com/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Affiliate Policy - Flipkart,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21" tooltip="https://www.flipkart.com/pages/affiliate-policy"/>
              </a:rPr>
              <a:t>https://www.flipkart.com/pages/affiliate-policy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Flipkart Affiliate Program with Payout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Upto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12% Per Sale -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Cuelinks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22" tooltip="https://www.cuelinks.com/campaigns/flipkart-affiliate-program"/>
              </a:rPr>
              <a:t>https://www.cuelinks.com/campaigns/flipkart-affiliate-program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Myntra Influencer Affiliate Program in 2025 -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HaulPack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23" tooltip="https://www.haulpack.com/blog/myntra-influencer-affiliate-program/"/>
              </a:rPr>
              <a:t>https://www.haulpack.com/blog/myntra-influencer-affiliate-program/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How to Become a Myntra Style Squad Member | Step-by-Step Guide -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SocioCreator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24" tooltip="https://sociocreator.com/blogs/how-to-become-a-myntra-style-squad-member/"/>
              </a:rPr>
              <a:t>https://sociocreator.com/blogs/how-to-become-a-myntra-style-squad-member/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Amazon Affiliate Program: Complete Earning Guide for 2025 - Shopify,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25" tooltip="https://www.shopify.com/blog/amazon-affiliate-marketing"/>
              </a:rPr>
              <a:t>https://www.shopify.com/blog/amazon-affiliate-marketing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Commissions - Flipkart Affiliate Program,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26" tooltip="https://affiliate.flipkart.com/commissions"/>
              </a:rPr>
              <a:t>https://affiliate.flipkart.com/commissions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Myntra Affiliate Program with Payout 9% Per Sale | September 2025 -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Cuelinks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27" tooltip="https://www.cuelinks.com/campaigns/myntra-affiliate-program"/>
              </a:rPr>
              <a:t>https://www.cuelinks.com/campaigns/myntra-affiliate-program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Content Creators with only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hauls as content? : r/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InstaCelebsGossip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- Reddit,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28" tooltip="https://www.reddit.com/r/InstaCelebsGossip/comments/16ztd60/content_creators_with_only_meesho_hauls_as_content/"/>
              </a:rPr>
              <a:t>https://www.reddit.com/r/InstaCelebsGossip/comments/16ztd60/content_creators_with_only_meesho_hauls_as_content/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Meesho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Case Study: Business Growth, Marketing Tactics, Success Journey,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29" tooltip="https://www.amritsardigitalacademy.in/case-studies/meesho-case-study/"/>
              </a:rPr>
              <a:t>https://www.amritsardigitalacademy.in/case-studies/meesho-case-study/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Shein Affiliate Program -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iWriter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- How to Make $1,000 per Month,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30" tooltip="https://www.iwriter.com/affiliate-programs/shein/"/>
              </a:rPr>
              <a:t>https://www.iwriter.com/affiliate-programs/shein/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Shein Affiliate Program: In-Depth Review, Pros, and Cons,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31" tooltip="https://www.creator-hero.com/blog/shein-affiliate-program-in-depth-review-pros-and-cons"/>
              </a:rPr>
              <a:t>https://www.creator-hero.com/blog/shein-affiliate-program-in-depth-review-pros-and-cons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About SHEIN X Designer Incubator Program - SHEIN Group,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32" tooltip="https://www.sheingroup.com/creators/"/>
              </a:rPr>
              <a:t>https://www.sheingroup.com/creators/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How to Join the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Temu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Influencer Program and Succeed？ -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Jogg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 AI,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33" tooltip="https://www.jogg.ai/blog/how-to-join-temu-influencer-program/"/>
              </a:rPr>
              <a:t>https://www.jogg.ai/blog/how-to-join-temu-influencer-program/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TEMU Affiliate Program Review - Is It Worth The Hype? - </a:t>
            </a:r>
            <a:r>
              <a:rPr lang="en-US" sz="800" u="sng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Affiverse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34" tooltip="https://www.affiversemedia.com/the-temu-affiliate-program-a-complete-deep-dive/"/>
              </a:rPr>
              <a:t>https://www.affiversemedia.com/the-temu-affiliate-program-a-complete-deep-dive/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Alibaba Affiliate Program - Affiliate program directory - Post Affiliate Pro,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35" tooltip="https://www.postaffiliatepro.com/affiliate-program-directory/alibaba-affiliate-program/"/>
              </a:rPr>
              <a:t>https://www.postaffiliatepro.com/affiliate-program-directory/alibaba-affiliate-program/</a:t>
            </a:r>
          </a:p>
          <a:p>
            <a:pPr marL="172729" lvl="1" indent="-86364">
              <a:lnSpc>
                <a:spcPts val="1280"/>
              </a:lnSpc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Affiliate Marketing: What It Is and How to Get Started? - Alibaba.com Seller Central,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36" tooltip="https://seller.alibaba.com/businessblogs/affiliate-marketing-what-it-is-and-how-to-get-started-px002a741"/>
              </a:rPr>
              <a:t>https://seller.alibaba.com/businessblogs/affiliate-marketing-what-it-is-and-how-to-get-started-px002a741</a:t>
            </a:r>
          </a:p>
          <a:p>
            <a:pPr marL="172729" lvl="1" indent="-86364">
              <a:lnSpc>
                <a:spcPts val="1280"/>
              </a:lnSpc>
              <a:spcBef>
                <a:spcPct val="0"/>
              </a:spcBef>
              <a:buFont typeface="Arial"/>
              <a:buChar char="•"/>
            </a:pP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Alibaba.com Affiliate Platform | Up to 15% Commission and More, accessed September 14, 2025, </a:t>
            </a:r>
            <a:r>
              <a:rPr lang="en-US" sz="800" u="sng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  <a:hlinkClick r:id="rId37" tooltip="https://ads.alibaba.com"/>
              </a:rPr>
              <a:t>https://ads.alibaba.com</a:t>
            </a:r>
          </a:p>
        </p:txBody>
      </p:sp>
      <p:sp>
        <p:nvSpPr>
          <p:cNvPr id="3" name="AutoShape 3"/>
          <p:cNvSpPr/>
          <p:nvPr/>
        </p:nvSpPr>
        <p:spPr>
          <a:xfrm>
            <a:off x="217337" y="577850"/>
            <a:ext cx="11673535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235439" y="112698"/>
            <a:ext cx="714018" cy="382602"/>
          </a:xfrm>
          <a:custGeom>
            <a:avLst/>
            <a:gdLst/>
            <a:ahLst/>
            <a:cxnLst/>
            <a:rect l="l" t="t" r="r" b="b"/>
            <a:pathLst>
              <a:path w="1071027" h="573903">
                <a:moveTo>
                  <a:pt x="0" y="0"/>
                </a:moveTo>
                <a:lnTo>
                  <a:pt x="1071026" y="0"/>
                </a:lnTo>
                <a:lnTo>
                  <a:pt x="1071026" y="573903"/>
                </a:lnTo>
                <a:lnTo>
                  <a:pt x="0" y="573903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317414" y="50687"/>
            <a:ext cx="657249" cy="419213"/>
          </a:xfrm>
          <a:custGeom>
            <a:avLst/>
            <a:gdLst/>
            <a:ahLst/>
            <a:cxnLst/>
            <a:rect l="l" t="t" r="r" b="b"/>
            <a:pathLst>
              <a:path w="985874" h="628820">
                <a:moveTo>
                  <a:pt x="0" y="0"/>
                </a:moveTo>
                <a:lnTo>
                  <a:pt x="985874" y="0"/>
                </a:lnTo>
                <a:lnTo>
                  <a:pt x="985874" y="628820"/>
                </a:lnTo>
                <a:lnTo>
                  <a:pt x="0" y="62882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85283" y="112698"/>
            <a:ext cx="6696304" cy="44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  <a:spcBef>
                <a:spcPct val="0"/>
              </a:spcBef>
            </a:pPr>
            <a:r>
              <a:rPr lang="en-US" sz="3334" b="1" dirty="0">
                <a:solidFill>
                  <a:srgbClr val="550544"/>
                </a:solidFill>
                <a:latin typeface="Poppins Bold"/>
                <a:ea typeface="Poppins Bold"/>
                <a:cs typeface="Poppins Bold"/>
                <a:sym typeface="Poppins Bold"/>
              </a:rPr>
              <a:t>APPENDIX -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1073</Words>
  <Application>Microsoft Office PowerPoint</Application>
  <PresentationFormat>Widescreen</PresentationFormat>
  <Paragraphs>42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Open Sans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Aadish Jain</cp:lastModifiedBy>
  <cp:revision>3</cp:revision>
  <dcterms:created xsi:type="dcterms:W3CDTF">2025-09-18T20:11:37Z</dcterms:created>
  <dcterms:modified xsi:type="dcterms:W3CDTF">2025-09-18T20:31:38Z</dcterms:modified>
</cp:coreProperties>
</file>